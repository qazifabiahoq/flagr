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81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09728"/>
          </a:xfrm>
          <a:prstGeom prst="rect">
            <a:avLst/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05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FLAGR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1188720" y="1874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Multi-Agent Fraud Intelligence for Banks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188720" y="2423160"/>
            <a:ext cx="54864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8720" y="2606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GenAI Genesis 2026  •  TD Bank Fraud Detection Challenge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474720"/>
            <a:ext cx="1920240" cy="118872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06040" y="3474720"/>
            <a:ext cx="1920240" cy="118872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0604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60604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3474720"/>
            <a:ext cx="1920240" cy="118872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75488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Platform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03720" y="3474720"/>
            <a:ext cx="1920240" cy="118872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0372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90372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$32B+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bank fraud annually in North America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14800" cy="114300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143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9875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0" y="1353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systems flag legitimate transactions, wasting analyst time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2148840"/>
            <a:ext cx="4114800" cy="114300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468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313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Reasoning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detect anomalies but cannot explain why a transaction is suspicious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3474720"/>
            <a:ext cx="4114800" cy="114300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794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36393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0" y="4005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officers drown in alerts with no context or recommended action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4389120"/>
            <a:ext cx="4114800" cy="457200"/>
          </a:xfrm>
          <a:prstGeom prst="rect">
            <a:avLst/>
          </a:prstGeom>
          <a:solidFill>
            <a:srgbClr val="1A0A0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5760" y="44074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need AI that detects, explains, AND acts.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FLAGR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fraud intelligence platform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bank compliance teams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874520"/>
            <a:ext cx="2011680" cy="274320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874520"/>
            <a:ext cx="201168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7432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Detector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5760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risk 0-100 from amount, location, time, merchant signals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154680"/>
            <a:ext cx="182880" cy="1828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468880" y="1874520"/>
            <a:ext cx="2011680" cy="274320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468880" y="1874520"/>
            <a:ext cx="20116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21031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46888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246888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Agent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560320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in plain English WHY the transaction is suspicious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154680"/>
            <a:ext cx="182880" cy="18288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663440" y="1874520"/>
            <a:ext cx="2011680" cy="274320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663440" y="1874520"/>
            <a:ext cx="201168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210312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66344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66344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Generator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754880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formal compliance report with BSA/AML regulatory flags</a:t>
            </a:r>
            <a:endParaRPr lang="en-US" sz="1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154680"/>
            <a:ext cx="182880" cy="18288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858000" y="1874520"/>
            <a:ext cx="2011680" cy="274320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858000" y="1874520"/>
            <a:ext cx="2011680" cy="7315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2103120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85800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685800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Recommender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6949440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bank to APPROVE, REVIEW or BLOCK with account status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777240"/>
            <a:ext cx="8595360" cy="411480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868680"/>
            <a:ext cx="1554480" cy="73152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914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11480" y="1298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103120" y="868680"/>
            <a:ext cx="1554480" cy="73152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03120" y="914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103120" y="1298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794760" y="868680"/>
            <a:ext cx="1554480" cy="73152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94760" y="914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794760" y="1298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86400" y="868680"/>
            <a:ext cx="1554480" cy="73152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0" y="914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86400" y="1298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178040" y="868680"/>
            <a:ext cx="1554480" cy="73152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78040" y="914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C6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178040" y="1298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74320" y="1691640"/>
            <a:ext cx="8595360" cy="3200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1719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TXN ID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234440" y="1719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148840" y="1719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703320" y="1719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892040" y="1719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080760" y="1719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995160" y="1719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74320" y="2057400"/>
            <a:ext cx="8595360" cy="4572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TXN-1001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234440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$2,489.50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148840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Electronics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703320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92040" y="2258568"/>
            <a:ext cx="914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92040" y="2258568"/>
            <a:ext cx="841248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52160" y="2167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0807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99516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20040" y="2642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TXN-1002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234440" y="2642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$45.99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2148840" y="2642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Amazon.com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703320" y="26426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892040" y="2734056"/>
            <a:ext cx="914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892040" y="2734056"/>
            <a:ext cx="109728" cy="914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852160" y="26426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080760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995160" y="2624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274320" y="3008376"/>
            <a:ext cx="8595360" cy="4572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0040" y="3118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TXN-1003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34440" y="3118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$8,750.00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2148840" y="31181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Merchant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3703320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892040" y="3209544"/>
            <a:ext cx="914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892040" y="3209544"/>
            <a:ext cx="896112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852160" y="3118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080760" y="3099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6995160" y="3099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320040" y="3593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TXN-1004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234440" y="3593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$129.00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2148840" y="3593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Premium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3703320" y="3593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892040" y="3685032"/>
            <a:ext cx="914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892040" y="3685032"/>
            <a:ext cx="73152" cy="914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852160" y="3593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6080760" y="3575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6995160" y="3575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274320" y="3959352"/>
            <a:ext cx="8595360" cy="4572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20040" y="4069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TXN-1005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1234440" y="4069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$3,299.99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2148840" y="4069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Exchange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3703320" y="4069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4892040" y="4160520"/>
            <a:ext cx="914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892040" y="4160520"/>
            <a:ext cx="795528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852160" y="4069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6080760" y="4050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6995160" y="4050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BUILT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" y="868680"/>
            <a:ext cx="54864" cy="365760"/>
          </a:xfrm>
          <a:prstGeom prst="rect">
            <a:avLst/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886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527048"/>
            <a:ext cx="54864" cy="365760"/>
          </a:xfrm>
          <a:prstGeom prst="rect">
            <a:avLst/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545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801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powering all 4 agents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185416"/>
            <a:ext cx="54864" cy="3657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203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Builder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24597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agent design &amp; testing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843784"/>
            <a:ext cx="54864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862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31181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agent pipeline API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3502152"/>
            <a:ext cx="54864" cy="3657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" y="3776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compliance dashboard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4160520"/>
            <a:ext cx="54864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178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Render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777240"/>
            <a:ext cx="4114800" cy="402336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20640" y="1325880"/>
            <a:ext cx="33832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20640" y="1362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Input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92240" y="16733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120640" y="1856232"/>
            <a:ext cx="3383280" cy="347472"/>
          </a:xfrm>
          <a:prstGeom prst="rect">
            <a:avLst/>
          </a:prstGeom>
          <a:solidFill>
            <a:srgbClr val="1A0A0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20640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Detector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92240" y="22037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120640" y="2386584"/>
            <a:ext cx="3383280" cy="347472"/>
          </a:xfrm>
          <a:prstGeom prst="rect">
            <a:avLst/>
          </a:prstGeom>
          <a:solidFill>
            <a:srgbClr val="1A100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064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Agent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92240" y="27340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120640" y="2916936"/>
            <a:ext cx="3383280" cy="347472"/>
          </a:xfrm>
          <a:prstGeom prst="rect">
            <a:avLst/>
          </a:prstGeom>
          <a:solidFill>
            <a:srgbClr val="0A0A1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20640" y="2953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Generator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492240" y="32644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120640" y="3447288"/>
            <a:ext cx="3383280" cy="347472"/>
          </a:xfrm>
          <a:prstGeom prst="rect">
            <a:avLst/>
          </a:prstGeom>
          <a:solidFill>
            <a:srgbClr val="0A1A0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20640" y="3483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Recommender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492240" y="3794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120640" y="3977640"/>
            <a:ext cx="3383280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20640" y="4014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WHAT'S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Fraud analysis that took hours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 takes seconds.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AI Agents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10896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Analysis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85216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777240"/>
            <a:ext cx="3566160" cy="4023360"/>
          </a:xfrm>
          <a:prstGeom prst="rect">
            <a:avLst/>
          </a:prstGeom>
          <a:solidFill>
            <a:srgbClr val="0F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71600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60720" y="1353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bank transaction stream integration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3852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6072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Moorcheh AI semantic memory per account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505456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6072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auto-generation for compliance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072384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760720" y="3054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Multi-bank isolated deployments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639312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760720" y="3621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SMS/email CRITICAL alerts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65760" y="3291840"/>
            <a:ext cx="4572000" cy="594360"/>
          </a:xfrm>
          <a:prstGeom prst="rect">
            <a:avLst/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65760" y="33101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flagr-xi.vercel.app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36576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github.com/qazifabiahoq/Flagr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352</Words>
  <Application>Microsoft Office PowerPoint</Application>
  <PresentationFormat>On-screen Show (16:9)</PresentationFormat>
  <Paragraphs>137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Flagr - AI Fraud Intelligence Platform</dc:title>
  <dc:subject>PptxGenJS Presentation</dc:subject>
  <dc:creator>PptxGenJS</dc:creator>
  <cp:lastModifiedBy>Qazi Fabia Hoq</cp:lastModifiedBy>
  <cp:revision>1</cp:revision>
  <dcterms:created xsi:type="dcterms:W3CDTF">2026-03-15T12:59:12Z</dcterms:created>
  <dcterms:modified xsi:type="dcterms:W3CDTF">2026-03-15T15:14:34Z</dcterms:modified>
</cp:coreProperties>
</file>